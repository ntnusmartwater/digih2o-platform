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A6D48-47EA-4153-8300-C2DBFB64C988}" v="8" dt="2025-06-18T11:47:24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87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Van Nguyen" userId="9e38f065-b552-47c1-b7ea-7173347c467b" providerId="ADAL" clId="{195A6D48-47EA-4153-8300-C2DBFB64C988}"/>
    <pc:docChg chg="undo custSel addSld modSld">
      <pc:chgData name="Lam Van Nguyen" userId="9e38f065-b552-47c1-b7ea-7173347c467b" providerId="ADAL" clId="{195A6D48-47EA-4153-8300-C2DBFB64C988}" dt="2025-06-18T11:47:42.454" v="114" actId="14100"/>
      <pc:docMkLst>
        <pc:docMk/>
      </pc:docMkLst>
      <pc:sldChg chg="modSp">
        <pc:chgData name="Lam Van Nguyen" userId="9e38f065-b552-47c1-b7ea-7173347c467b" providerId="ADAL" clId="{195A6D48-47EA-4153-8300-C2DBFB64C988}" dt="2025-06-18T11:46:10.642" v="82" actId="692"/>
        <pc:sldMkLst>
          <pc:docMk/>
          <pc:sldMk cId="2139065085" sldId="256"/>
        </pc:sldMkLst>
        <pc:grpChg chg="mod">
          <ac:chgData name="Lam Van Nguyen" userId="9e38f065-b552-47c1-b7ea-7173347c467b" providerId="ADAL" clId="{195A6D48-47EA-4153-8300-C2DBFB64C988}" dt="2025-06-18T11:46:10.642" v="82" actId="692"/>
          <ac:grpSpMkLst>
            <pc:docMk/>
            <pc:sldMk cId="2139065085" sldId="256"/>
            <ac:grpSpMk id="10" creationId="{AB84DDD3-DF8D-379B-E513-E799182514B6}"/>
          </ac:grpSpMkLst>
        </pc:grpChg>
      </pc:sldChg>
      <pc:sldChg chg="addSp delSp modSp new mod">
        <pc:chgData name="Lam Van Nguyen" userId="9e38f065-b552-47c1-b7ea-7173347c467b" providerId="ADAL" clId="{195A6D48-47EA-4153-8300-C2DBFB64C988}" dt="2025-06-18T11:47:42.454" v="114" actId="14100"/>
        <pc:sldMkLst>
          <pc:docMk/>
          <pc:sldMk cId="3174154399" sldId="257"/>
        </pc:sldMkLst>
        <pc:spChg chg="del">
          <ac:chgData name="Lam Van Nguyen" userId="9e38f065-b552-47c1-b7ea-7173347c467b" providerId="ADAL" clId="{195A6D48-47EA-4153-8300-C2DBFB64C988}" dt="2025-06-18T11:42:07.497" v="1" actId="478"/>
          <ac:spMkLst>
            <pc:docMk/>
            <pc:sldMk cId="3174154399" sldId="257"/>
            <ac:spMk id="2" creationId="{77117BC2-6C1D-B3E2-6CB9-5F460FD489BB}"/>
          </ac:spMkLst>
        </pc:spChg>
        <pc:spChg chg="del">
          <ac:chgData name="Lam Van Nguyen" userId="9e38f065-b552-47c1-b7ea-7173347c467b" providerId="ADAL" clId="{195A6D48-47EA-4153-8300-C2DBFB64C988}" dt="2025-06-18T11:42:07.497" v="1" actId="478"/>
          <ac:spMkLst>
            <pc:docMk/>
            <pc:sldMk cId="3174154399" sldId="257"/>
            <ac:spMk id="3" creationId="{15F16167-3B63-CCFD-7167-B884FBA1A0C4}"/>
          </ac:spMkLst>
        </pc:spChg>
        <pc:spChg chg="add">
          <ac:chgData name="Lam Van Nguyen" userId="9e38f065-b552-47c1-b7ea-7173347c467b" providerId="ADAL" clId="{195A6D48-47EA-4153-8300-C2DBFB64C988}" dt="2025-06-18T11:42:07.922" v="2"/>
          <ac:spMkLst>
            <pc:docMk/>
            <pc:sldMk cId="3174154399" sldId="257"/>
            <ac:spMk id="4" creationId="{659CC9C7-FDB3-01EC-9220-6B2E913A8D0B}"/>
          </ac:spMkLst>
        </pc:spChg>
        <pc:spChg chg="add del mod ord">
          <ac:chgData name="Lam Van Nguyen" userId="9e38f065-b552-47c1-b7ea-7173347c467b" providerId="ADAL" clId="{195A6D48-47EA-4153-8300-C2DBFB64C988}" dt="2025-06-18T11:44:05.002" v="17" actId="11529"/>
          <ac:spMkLst>
            <pc:docMk/>
            <pc:sldMk cId="3174154399" sldId="257"/>
            <ac:spMk id="9" creationId="{FA572585-A8A0-DD3E-1E7B-838221AC6738}"/>
          </ac:spMkLst>
        </pc:spChg>
        <pc:spChg chg="add mod ord">
          <ac:chgData name="Lam Van Nguyen" userId="9e38f065-b552-47c1-b7ea-7173347c467b" providerId="ADAL" clId="{195A6D48-47EA-4153-8300-C2DBFB64C988}" dt="2025-06-18T11:46:54.086" v="107" actId="692"/>
          <ac:spMkLst>
            <pc:docMk/>
            <pc:sldMk cId="3174154399" sldId="257"/>
            <ac:spMk id="12" creationId="{9BF6913E-CF89-6C31-E22A-CB5835D45D34}"/>
          </ac:spMkLst>
        </pc:spChg>
        <pc:picChg chg="add del mod">
          <ac:chgData name="Lam Van Nguyen" userId="9e38f065-b552-47c1-b7ea-7173347c467b" providerId="ADAL" clId="{195A6D48-47EA-4153-8300-C2DBFB64C988}" dt="2025-06-18T11:43:12.792" v="6" actId="478"/>
          <ac:picMkLst>
            <pc:docMk/>
            <pc:sldMk cId="3174154399" sldId="257"/>
            <ac:picMk id="6" creationId="{70532628-0809-2D89-7085-52353901AB9C}"/>
          </ac:picMkLst>
        </pc:picChg>
        <pc:picChg chg="add del mod ord">
          <ac:chgData name="Lam Van Nguyen" userId="9e38f065-b552-47c1-b7ea-7173347c467b" providerId="ADAL" clId="{195A6D48-47EA-4153-8300-C2DBFB64C988}" dt="2025-06-18T11:45:00.422" v="30" actId="478"/>
          <ac:picMkLst>
            <pc:docMk/>
            <pc:sldMk cId="3174154399" sldId="257"/>
            <ac:picMk id="8" creationId="{4FE7DC76-26D4-0E9F-B8CF-008571C9D547}"/>
          </ac:picMkLst>
        </pc:picChg>
        <pc:picChg chg="add del">
          <ac:chgData name="Lam Van Nguyen" userId="9e38f065-b552-47c1-b7ea-7173347c467b" providerId="ADAL" clId="{195A6D48-47EA-4153-8300-C2DBFB64C988}" dt="2025-06-18T11:44:10.024" v="20" actId="22"/>
          <ac:picMkLst>
            <pc:docMk/>
            <pc:sldMk cId="3174154399" sldId="257"/>
            <ac:picMk id="11" creationId="{52F83334-A807-3DB7-FE5D-BC16ABB00ECC}"/>
          </ac:picMkLst>
        </pc:picChg>
        <pc:picChg chg="add mod ord">
          <ac:chgData name="Lam Van Nguyen" userId="9e38f065-b552-47c1-b7ea-7173347c467b" providerId="ADAL" clId="{195A6D48-47EA-4153-8300-C2DBFB64C988}" dt="2025-06-18T11:47:42.454" v="114" actId="14100"/>
          <ac:picMkLst>
            <pc:docMk/>
            <pc:sldMk cId="3174154399" sldId="257"/>
            <ac:picMk id="14" creationId="{28169A60-0F0E-0AAC-6131-E0F89307818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A3A1E-E30B-E863-6AF7-C93F74390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E2563-8770-E54C-AB2B-15F364E91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F32AB-9E46-EC29-471A-3705E9BE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7202-EFAA-4669-A879-7F6392AA673D}" type="datetimeFigureOut">
              <a:rPr lang="nb-NO" smtClean="0"/>
              <a:t>18.06.2025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AAC93-C36E-A0F8-2C7E-3EBCD2C4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B69B9-3731-8878-064D-F0BA283C3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A5E1-C5F9-4918-816D-1672407ECF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45158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D8713-B4EB-1A6C-D736-4C47F51FE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5C560-7044-B03F-925C-1CDA74ABB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B3FB9-0126-114C-C71A-168DB25A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7202-EFAA-4669-A879-7F6392AA673D}" type="datetimeFigureOut">
              <a:rPr lang="nb-NO" smtClean="0"/>
              <a:t>18.06.2025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03FEF-5662-5D53-7D0D-36645E826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BC3D3-366B-4B35-2A68-D1FAA6E9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A5E1-C5F9-4918-816D-1672407ECF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196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70E8-AADF-CDDD-F60E-50501530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3C497-362E-EEC1-3F59-4E27C6B70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C33DA-0CD5-B303-9C9C-ACD793997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7202-EFAA-4669-A879-7F6392AA673D}" type="datetimeFigureOut">
              <a:rPr lang="nb-NO" smtClean="0"/>
              <a:t>18.06.2025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08FBF-EAA1-FC2D-1B93-11355741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3853E-1AAD-890B-71C8-E3DECBCB2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A5E1-C5F9-4918-816D-1672407ECF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3115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A19C0-A77E-F9CB-26AF-19886C2C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BBA45-DC08-856A-851F-F2BB40E10E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D3100-304C-8239-0474-E3B15D43E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0C10B-1D88-58B5-D006-F3024BFC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7202-EFAA-4669-A879-7F6392AA673D}" type="datetimeFigureOut">
              <a:rPr lang="nb-NO" smtClean="0"/>
              <a:t>18.06.2025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9CCD3-14A7-2BD1-77EF-3DDB2DF6B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FD42C-0489-A839-5B4D-801111FB0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A5E1-C5F9-4918-816D-1672407ECF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4266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632A3-4638-9B82-6786-A8714721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9BBEF-4D58-2E2C-16E7-56D3C8784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38751-5AA6-2944-10FA-E88A8E794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6CD23-7F1E-114D-A011-9548955C2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2B21F-0795-BB95-B28B-78BEF866D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8CC225-8706-9941-EDE0-F91594D5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7202-EFAA-4669-A879-7F6392AA673D}" type="datetimeFigureOut">
              <a:rPr lang="nb-NO" smtClean="0"/>
              <a:t>18.06.2025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7E2E81-0A96-7F70-9B97-A210296F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FFDCC-ED9F-C0B5-FCF5-5DE6E302B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A5E1-C5F9-4918-816D-1672407ECF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316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031DC-B303-E7FC-CE32-6C549F17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0DAF7-4B22-72C8-91FF-1C9B349F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7202-EFAA-4669-A879-7F6392AA673D}" type="datetimeFigureOut">
              <a:rPr lang="nb-NO" smtClean="0"/>
              <a:t>18.06.2025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EDFB69-B2A2-75F4-EF2B-4E783DACC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60ADF-9AD5-E633-0FF7-714FEDDB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A5E1-C5F9-4918-816D-1672407ECF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83227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8DC431-3BDF-2FD0-8448-566BF5E2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7202-EFAA-4669-A879-7F6392AA673D}" type="datetimeFigureOut">
              <a:rPr lang="nb-NO" smtClean="0"/>
              <a:t>18.06.2025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734F7-1466-B6A6-4A53-AC7D6E38F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D7CBC-1F0E-71D8-0E16-1C3B7CC36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A5E1-C5F9-4918-816D-1672407ECF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2684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B350A-37C9-A48B-805B-40B53836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968F-B2C6-5176-0E0A-F24C8216D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3785B-A1B0-6C12-9BB2-101A19115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ADD9C-F869-2978-DF18-872572DB9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7202-EFAA-4669-A879-7F6392AA673D}" type="datetimeFigureOut">
              <a:rPr lang="nb-NO" smtClean="0"/>
              <a:t>18.06.2025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F1220-635C-C2BA-FE20-FA0C60210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D31F9-06C9-65BF-1681-E81CFB82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A5E1-C5F9-4918-816D-1672407ECF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9976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D0183-7ABC-C4BE-D025-B3AB66EDD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4AC9AE-35D9-E449-410F-6C5440FB98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B86A7-7C55-DA37-7E76-6214AECD0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C8C1F-8E35-F8EE-99C9-685AD102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7202-EFAA-4669-A879-7F6392AA673D}" type="datetimeFigureOut">
              <a:rPr lang="nb-NO" smtClean="0"/>
              <a:t>18.06.2025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6340-E254-72B5-AC30-619FBB935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44995-8FFD-EB08-33FA-60D27962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A5E1-C5F9-4918-816D-1672407ECF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25300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C339-3FD1-7DC9-39D6-70789B121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AFDE7-6DF8-A368-EFD4-8860F0599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E00E0-2B4B-4FBA-CEDC-6FFC61107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7202-EFAA-4669-A879-7F6392AA673D}" type="datetimeFigureOut">
              <a:rPr lang="nb-NO" smtClean="0"/>
              <a:t>18.06.2025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94E33-6BF2-A2CB-9F2D-B67D293D6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BE85B-BBD9-2D29-6BDF-8BF7586D7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A5E1-C5F9-4918-816D-1672407ECF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61388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014E35-32F2-58B5-B9CC-4EACDB4A8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A14EE-EFDE-8B88-914B-7BE8F4FD7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D1BDD-B92F-275F-9CFC-8523BBC3B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7202-EFAA-4669-A879-7F6392AA673D}" type="datetimeFigureOut">
              <a:rPr lang="nb-NO" smtClean="0"/>
              <a:t>18.06.2025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F82FF-B9A7-179C-C37E-E440F7289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166E8-E852-2109-A8E2-8501C247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A5E1-C5F9-4918-816D-1672407ECF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2738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EA0C20-BFDE-3108-8566-B9254B477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9DA17-66EA-0CE2-E582-B2CD1007F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C29FF-6D6A-F93F-A282-800349A294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17202-EFAA-4669-A879-7F6392AA673D}" type="datetimeFigureOut">
              <a:rPr lang="nb-NO" smtClean="0"/>
              <a:t>18.06.2025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51CF4-84D2-42F1-9418-7321EB287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522B-C943-E9DF-CD13-D0C0538BC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3A5E1-C5F9-4918-816D-1672407ECF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2747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B84DDD3-DF8D-379B-E513-E799182514B6}"/>
              </a:ext>
            </a:extLst>
          </p:cNvPr>
          <p:cNvGrpSpPr/>
          <p:nvPr/>
        </p:nvGrpSpPr>
        <p:grpSpPr>
          <a:xfrm>
            <a:off x="4251859" y="1143000"/>
            <a:ext cx="3566416" cy="3506676"/>
            <a:chOff x="4251859" y="1143000"/>
            <a:chExt cx="3566416" cy="3506676"/>
          </a:xfrm>
        </p:grpSpPr>
        <p:pic>
          <p:nvPicPr>
            <p:cNvPr id="8" name="Picture 7" descr="Fire, location, map, place, water icon - Download on Iconfinder">
              <a:extLst>
                <a:ext uri="{FF2B5EF4-FFF2-40B4-BE49-F238E27FC236}">
                  <a16:creationId xmlns:a16="http://schemas.microsoft.com/office/drawing/2014/main" id="{89BFB89D-223A-E13D-12BB-DFBFD2D74A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41" t="6250" r="15390" b="21845"/>
            <a:stretch>
              <a:fillRect/>
            </a:stretch>
          </p:blipFill>
          <p:spPr bwMode="auto">
            <a:xfrm>
              <a:off x="4251859" y="1143000"/>
              <a:ext cx="3566416" cy="3506676"/>
            </a:xfrm>
            <a:custGeom>
              <a:avLst/>
              <a:gdLst>
                <a:gd name="connsiteX0" fmla="*/ 1783208 w 3566416"/>
                <a:gd name="connsiteY0" fmla="*/ 0 h 3506676"/>
                <a:gd name="connsiteX1" fmla="*/ 3566416 w 3566416"/>
                <a:gd name="connsiteY1" fmla="*/ 1753338 h 3506676"/>
                <a:gd name="connsiteX2" fmla="*/ 1783208 w 3566416"/>
                <a:gd name="connsiteY2" fmla="*/ 3506676 h 3506676"/>
                <a:gd name="connsiteX3" fmla="*/ 0 w 3566416"/>
                <a:gd name="connsiteY3" fmla="*/ 1753338 h 3506676"/>
                <a:gd name="connsiteX4" fmla="*/ 1783208 w 3566416"/>
                <a:gd name="connsiteY4" fmla="*/ 0 h 350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6416" h="3506676">
                  <a:moveTo>
                    <a:pt x="1783208" y="0"/>
                  </a:moveTo>
                  <a:cubicBezTo>
                    <a:pt x="2768047" y="0"/>
                    <a:pt x="3566416" y="784996"/>
                    <a:pt x="3566416" y="1753338"/>
                  </a:cubicBezTo>
                  <a:cubicBezTo>
                    <a:pt x="3566416" y="2721680"/>
                    <a:pt x="2768047" y="3506676"/>
                    <a:pt x="1783208" y="3506676"/>
                  </a:cubicBezTo>
                  <a:cubicBezTo>
                    <a:pt x="798369" y="3506676"/>
                    <a:pt x="0" y="2721680"/>
                    <a:pt x="0" y="1753338"/>
                  </a:cubicBezTo>
                  <a:cubicBezTo>
                    <a:pt x="0" y="784996"/>
                    <a:pt x="798369" y="0"/>
                    <a:pt x="1783208" y="0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9FE7DDD-527E-1E41-ADFD-163F1E9E1690}"/>
                </a:ext>
              </a:extLst>
            </p:cNvPr>
            <p:cNvSpPr/>
            <p:nvPr/>
          </p:nvSpPr>
          <p:spPr>
            <a:xfrm>
              <a:off x="4311493" y="1209259"/>
              <a:ext cx="3426767" cy="3369367"/>
            </a:xfrm>
            <a:prstGeom prst="ellipse">
              <a:avLst/>
            </a:prstGeom>
            <a:noFill/>
            <a:ln w="18732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</p:grpSp>
    </p:spTree>
    <p:extLst>
      <p:ext uri="{BB962C8B-B14F-4D97-AF65-F5344CB8AC3E}">
        <p14:creationId xmlns:p14="http://schemas.microsoft.com/office/powerpoint/2010/main" val="21390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8169A60-0F0E-0AAC-6131-E0F893078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0" y="786835"/>
            <a:ext cx="7603380" cy="5392983"/>
          </a:xfrm>
          <a:prstGeom prst="roundRect">
            <a:avLst/>
          </a:prstGeom>
          <a:ln w="0">
            <a:solidFill>
              <a:srgbClr val="00B050"/>
            </a:solidFill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F6913E-CF89-6C31-E22A-CB5835D45D34}"/>
              </a:ext>
            </a:extLst>
          </p:cNvPr>
          <p:cNvSpPr/>
          <p:nvPr/>
        </p:nvSpPr>
        <p:spPr>
          <a:xfrm>
            <a:off x="2255520" y="754380"/>
            <a:ext cx="7603380" cy="5425439"/>
          </a:xfrm>
          <a:prstGeom prst="roundRect">
            <a:avLst/>
          </a:prstGeom>
          <a:noFill/>
          <a:ln w="1873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7415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 Van Nguyen</dc:creator>
  <cp:lastModifiedBy>Lam Van Nguyen</cp:lastModifiedBy>
  <cp:revision>1</cp:revision>
  <dcterms:created xsi:type="dcterms:W3CDTF">2025-06-18T10:58:31Z</dcterms:created>
  <dcterms:modified xsi:type="dcterms:W3CDTF">2025-06-18T11:47:44Z</dcterms:modified>
</cp:coreProperties>
</file>