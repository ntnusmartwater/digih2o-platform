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74F4BA-6D2A-4E86-974E-10D6F0247510}" v="58" dt="2025-06-04T09:56:35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1992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Van Nguyen" userId="9e38f065-b552-47c1-b7ea-7173347c467b" providerId="ADAL" clId="{B074F4BA-6D2A-4E86-974E-10D6F0247510}"/>
    <pc:docChg chg="undo custSel modSld modMainMaster">
      <pc:chgData name="Lam Van Nguyen" userId="9e38f065-b552-47c1-b7ea-7173347c467b" providerId="ADAL" clId="{B074F4BA-6D2A-4E86-974E-10D6F0247510}" dt="2025-06-04T09:56:35.003" v="64"/>
      <pc:docMkLst>
        <pc:docMk/>
      </pc:docMkLst>
      <pc:sldChg chg="modTransition modAnim">
        <pc:chgData name="Lam Van Nguyen" userId="9e38f065-b552-47c1-b7ea-7173347c467b" providerId="ADAL" clId="{B074F4BA-6D2A-4E86-974E-10D6F0247510}" dt="2025-06-04T09:56:35.003" v="64"/>
        <pc:sldMkLst>
          <pc:docMk/>
          <pc:sldMk cId="1731015582" sldId="256"/>
        </pc:sldMkLst>
      </pc:sldChg>
      <pc:sldChg chg="delSp modSp mod modTransition modAnim">
        <pc:chgData name="Lam Van Nguyen" userId="9e38f065-b552-47c1-b7ea-7173347c467b" providerId="ADAL" clId="{B074F4BA-6D2A-4E86-974E-10D6F0247510}" dt="2025-06-04T09:56:35.003" v="64"/>
        <pc:sldMkLst>
          <pc:docMk/>
          <pc:sldMk cId="1531325867" sldId="257"/>
        </pc:sldMkLst>
        <pc:picChg chg="del">
          <ac:chgData name="Lam Van Nguyen" userId="9e38f065-b552-47c1-b7ea-7173347c467b" providerId="ADAL" clId="{B074F4BA-6D2A-4E86-974E-10D6F0247510}" dt="2025-06-04T09:45:45.173" v="9" actId="478"/>
          <ac:picMkLst>
            <pc:docMk/>
            <pc:sldMk cId="1531325867" sldId="257"/>
            <ac:picMk id="5" creationId="{8357386D-2FBE-7820-72B0-7C5142AE09E3}"/>
          </ac:picMkLst>
        </pc:picChg>
        <pc:picChg chg="mod">
          <ac:chgData name="Lam Van Nguyen" userId="9e38f065-b552-47c1-b7ea-7173347c467b" providerId="ADAL" clId="{B074F4BA-6D2A-4E86-974E-10D6F0247510}" dt="2025-06-04T09:45:47.422" v="10" actId="1076"/>
          <ac:picMkLst>
            <pc:docMk/>
            <pc:sldMk cId="1531325867" sldId="257"/>
            <ac:picMk id="7" creationId="{225A7586-B378-7105-47F5-493F703A274E}"/>
          </ac:picMkLst>
        </pc:picChg>
      </pc:sldChg>
      <pc:sldChg chg="modSp mod modTransition modAnim">
        <pc:chgData name="Lam Van Nguyen" userId="9e38f065-b552-47c1-b7ea-7173347c467b" providerId="ADAL" clId="{B074F4BA-6D2A-4E86-974E-10D6F0247510}" dt="2025-06-04T09:56:35.003" v="64"/>
        <pc:sldMkLst>
          <pc:docMk/>
          <pc:sldMk cId="1691448671" sldId="258"/>
        </pc:sldMkLst>
        <pc:picChg chg="mod">
          <ac:chgData name="Lam Van Nguyen" userId="9e38f065-b552-47c1-b7ea-7173347c467b" providerId="ADAL" clId="{B074F4BA-6D2A-4E86-974E-10D6F0247510}" dt="2025-06-04T09:46:19.803" v="20" actId="14100"/>
          <ac:picMkLst>
            <pc:docMk/>
            <pc:sldMk cId="1691448671" sldId="258"/>
            <ac:picMk id="5" creationId="{572AEAA6-91F4-5446-8C90-41F1E3512803}"/>
          </ac:picMkLst>
        </pc:picChg>
      </pc:sldChg>
      <pc:sldChg chg="modTransition modAnim">
        <pc:chgData name="Lam Van Nguyen" userId="9e38f065-b552-47c1-b7ea-7173347c467b" providerId="ADAL" clId="{B074F4BA-6D2A-4E86-974E-10D6F0247510}" dt="2025-06-04T09:56:35.003" v="64"/>
        <pc:sldMkLst>
          <pc:docMk/>
          <pc:sldMk cId="4059098632" sldId="259"/>
        </pc:sldMkLst>
      </pc:sldChg>
      <pc:sldChg chg="modSp mod modTransition modAnim">
        <pc:chgData name="Lam Van Nguyen" userId="9e38f065-b552-47c1-b7ea-7173347c467b" providerId="ADAL" clId="{B074F4BA-6D2A-4E86-974E-10D6F0247510}" dt="2025-06-04T09:56:35.003" v="64"/>
        <pc:sldMkLst>
          <pc:docMk/>
          <pc:sldMk cId="3309837563" sldId="260"/>
        </pc:sldMkLst>
        <pc:picChg chg="mod">
          <ac:chgData name="Lam Van Nguyen" userId="9e38f065-b552-47c1-b7ea-7173347c467b" providerId="ADAL" clId="{B074F4BA-6D2A-4E86-974E-10D6F0247510}" dt="2025-06-04T09:45:50.879" v="11" actId="1076"/>
          <ac:picMkLst>
            <pc:docMk/>
            <pc:sldMk cId="3309837563" sldId="260"/>
            <ac:picMk id="3" creationId="{70BB5206-6265-5378-9B21-02009E5FA250}"/>
          </ac:picMkLst>
        </pc:picChg>
      </pc:sldChg>
      <pc:sldMasterChg chg="modTransition modSldLayout">
        <pc:chgData name="Lam Van Nguyen" userId="9e38f065-b552-47c1-b7ea-7173347c467b" providerId="ADAL" clId="{B074F4BA-6D2A-4E86-974E-10D6F0247510}" dt="2025-06-04T09:56:35.003" v="64"/>
        <pc:sldMasterMkLst>
          <pc:docMk/>
          <pc:sldMasterMk cId="2225247352" sldId="2147483648"/>
        </pc:sldMasterMkLst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3406552537" sldId="2147483649"/>
          </pc:sldLayoutMkLst>
        </pc:sldLayoutChg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3403858261" sldId="2147483650"/>
          </pc:sldLayoutMkLst>
        </pc:sldLayoutChg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3668870031" sldId="2147483651"/>
          </pc:sldLayoutMkLst>
        </pc:sldLayoutChg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703340210" sldId="2147483652"/>
          </pc:sldLayoutMkLst>
        </pc:sldLayoutChg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1925818638" sldId="2147483653"/>
          </pc:sldLayoutMkLst>
        </pc:sldLayoutChg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1366554044" sldId="2147483654"/>
          </pc:sldLayoutMkLst>
        </pc:sldLayoutChg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4123478872" sldId="2147483655"/>
          </pc:sldLayoutMkLst>
        </pc:sldLayoutChg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2082227065" sldId="2147483656"/>
          </pc:sldLayoutMkLst>
        </pc:sldLayoutChg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1029440056" sldId="2147483657"/>
          </pc:sldLayoutMkLst>
        </pc:sldLayoutChg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640407348" sldId="2147483658"/>
          </pc:sldLayoutMkLst>
        </pc:sldLayoutChg>
        <pc:sldLayoutChg chg="modTransition">
          <pc:chgData name="Lam Van Nguyen" userId="9e38f065-b552-47c1-b7ea-7173347c467b" providerId="ADAL" clId="{B074F4BA-6D2A-4E86-974E-10D6F0247510}" dt="2025-06-04T09:56:35.003" v="64"/>
          <pc:sldLayoutMkLst>
            <pc:docMk/>
            <pc:sldMasterMk cId="2225247352" sldId="2147483648"/>
            <pc:sldLayoutMk cId="1777122569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EE637-0862-92AF-4C9A-F3FB19DE9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F3C57-CEA7-A9E4-EEB9-0635AB43D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9C4F3-810C-B40D-9E5C-B6D6D61F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3359E-6AEE-CA8A-C9F2-8C951862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BBB54-4B1B-7F4C-4F16-CF2F7D91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0655253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59A3-1FF7-975B-DB78-4754E455A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31E15-865F-503A-0830-3C56F8BAC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4A1E0-E3EF-AC3F-11F4-A07EF13E3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B9DA8-0DDD-68D8-6D90-0BC618D57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B72D2-1DE0-A570-4263-61BF9307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03858261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EF7A-936C-CFF6-72DC-7947668C2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E9CC-C9F0-0E33-8F4A-FD89D3B90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CA2B8-CEC9-20D5-64EF-7862326C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A826E-ED68-8F1A-9CE9-F35A0AD2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28B85-A0B8-93B4-4CF7-E0DDF3E4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68870031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1ABF-800C-55FD-3CD5-4BE210B7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1BF5-8E90-9B54-2D91-C4124BB9C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457E0-0181-6D99-7325-298FAE39A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14877-95F5-9668-8EAF-4443A094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8EA03-3D75-8AF8-3065-78DC9F0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6E0BA-F1BA-55EB-89F8-11F40517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03340210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981-DA4A-741C-A911-492059803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1446B-5B9C-8CFE-3327-395589A3E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92FDD-326F-E919-579C-58EBB4E85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B17E3-747A-A7A2-F86C-D735A1639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90429-DEAD-F2FF-7473-CC0313518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EC95D4-9888-479D-3687-A11EAE21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8A2A1-6446-45DD-0FA0-A42B0A80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90910-B36F-694F-8EA0-151E55B45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25818638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BE53-F382-6374-AE56-50D7D59A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0953A-4C8D-3DD2-7A24-B1965EC8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A1DAE-E590-F88F-BFC0-AE437143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D8395-9F40-E590-809E-8F0E3962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66554044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8831F9-3EB4-1651-1216-C2C6379D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DD8200-33CE-D321-C7B0-CE571159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0252C-5C65-8D81-9249-E4038A05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23478872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F813-9260-3047-2970-86A6308E3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02BE1-0EF6-D933-4170-D76D533F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C24DC-70D7-9745-43B6-94F509AC9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80043-2921-1F2F-74FE-A04961FF5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44A60-792D-A317-F677-7BF1CF3C8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F8C0A-E184-6AAE-6242-FE62D685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82227065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05BF-9D86-9B9A-04E7-23139FA21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36678A-6087-D5B7-AA8C-387188ACA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D9EDD-1197-02EA-F8EB-3D0ED3BC9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81673-DDE7-EB26-1163-6326F6334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74808-74B8-221F-070F-4623BAC8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33EB1-8443-568A-50A2-0EE1BC94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9440056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61DFC-DC3B-C13A-18E9-AE100A59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8095B-FDF1-54EB-4CF1-3D94EF2A8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6BB6A-D2CD-60A9-C377-836189F1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56803-F792-B604-4CDE-9907D5A38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29D11-6D1A-B673-D289-720CC38B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40407348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D5E83D-C830-8674-E2AB-BE0D71939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7BABE-4540-BD38-329F-C7BE6E356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A4F49-DD4D-CBB0-7B53-0C877C16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6281-97BB-A509-D9F8-D71881D4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956FD-4687-A251-8F08-AB9C131B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77122569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7FE714-F696-9A5A-381D-50D2BE780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9444B-67AE-7BDA-7DCD-84DDD4CAC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DF3BF-5463-F6B7-596C-E1915FF6D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F3163-3063-430B-AEA9-9568BBAD9060}" type="datetimeFigureOut">
              <a:rPr lang="nb-NO" smtClean="0"/>
              <a:t>04.06.2025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7E3B7-85FA-44F8-6F01-EDAEFBBE4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2BA4E-5A7B-1414-AC2C-8D3A3FFAA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927D0-2D57-490B-A6A9-E889EC45476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2524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iver running through a valley&#10;&#10;AI-generated content may be incorrect.">
            <a:extLst>
              <a:ext uri="{FF2B5EF4-FFF2-40B4-BE49-F238E27FC236}">
                <a16:creationId xmlns:a16="http://schemas.microsoft.com/office/drawing/2014/main" id="{38C41BDD-7909-9423-D9D3-DE58ED08A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155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B1933-6349-AD18-95E2-4B8B334E2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standing next to a body of water&#10;&#10;AI-generated content may be incorrect.">
            <a:extLst>
              <a:ext uri="{FF2B5EF4-FFF2-40B4-BE49-F238E27FC236}">
                <a16:creationId xmlns:a16="http://schemas.microsoft.com/office/drawing/2014/main" id="{225A7586-B378-7105-47F5-493F703A2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92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258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DB5A-C127-A9FE-1F8F-FF593F80E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together outside&#10;&#10;AI-generated content may be incorrect.">
            <a:extLst>
              <a:ext uri="{FF2B5EF4-FFF2-40B4-BE49-F238E27FC236}">
                <a16:creationId xmlns:a16="http://schemas.microsoft.com/office/drawing/2014/main" id="{70BB5206-6265-5378-9B21-02009E5FA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" y="0"/>
            <a:ext cx="12183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375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47EB-DA28-B6D2-97B4-A13032A1D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572AEAA6-91F4-5446-8C90-41F1E3512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88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4867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67BA9-E171-64AB-518C-5CDE35030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oup of people standing next to a small black and orange vehicle&#10;&#10;AI-generated content may be incorrect.">
            <a:extLst>
              <a:ext uri="{FF2B5EF4-FFF2-40B4-BE49-F238E27FC236}">
                <a16:creationId xmlns:a16="http://schemas.microsoft.com/office/drawing/2014/main" id="{0600DF6E-E298-8052-45D4-262D1924B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21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986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 Van Nguyen</dc:creator>
  <cp:lastModifiedBy>Lam Van Nguyen</cp:lastModifiedBy>
  <cp:revision>1</cp:revision>
  <dcterms:created xsi:type="dcterms:W3CDTF">2025-06-04T09:39:35Z</dcterms:created>
  <dcterms:modified xsi:type="dcterms:W3CDTF">2025-06-04T09:56:37Z</dcterms:modified>
</cp:coreProperties>
</file>